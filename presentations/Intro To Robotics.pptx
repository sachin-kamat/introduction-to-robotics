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10/24/26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84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1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10/24/26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28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10/24/26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660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73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8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4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67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30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3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54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4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96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19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71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646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30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927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45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31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20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90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193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1">
              <a:rPr lang="en-US" smtClean="0"/>
              <a:pPr/>
              <a:t>10/24/26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991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20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669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73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8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7" r:id="rId2"/>
    <p:sldLayoutId id="2147483957" r:id="rId3"/>
    <p:sldLayoutId id="2147483955" r:id="rId4"/>
    <p:sldLayoutId id="2147483765" r:id="rId5"/>
    <p:sldLayoutId id="2147483770" r:id="rId6"/>
    <p:sldLayoutId id="2147483954" r:id="rId7"/>
    <p:sldLayoutId id="2147483771" r:id="rId8"/>
    <p:sldLayoutId id="2147483774" r:id="rId9"/>
    <p:sldLayoutId id="2147483949" r:id="rId10"/>
    <p:sldLayoutId id="2147483775" r:id="rId11"/>
    <p:sldLayoutId id="2147483776" r:id="rId12"/>
    <p:sldLayoutId id="2147483778" r:id="rId13"/>
    <p:sldLayoutId id="2147483780" r:id="rId14"/>
    <p:sldLayoutId id="2147483782" r:id="rId15"/>
    <p:sldLayoutId id="2147483786" r:id="rId16"/>
    <p:sldLayoutId id="2147483791" r:id="rId17"/>
    <p:sldLayoutId id="2147483951" r:id="rId18"/>
    <p:sldLayoutId id="2147483792" r:id="rId19"/>
    <p:sldLayoutId id="2147483795" r:id="rId20"/>
    <p:sldLayoutId id="2147483798" r:id="rId21"/>
    <p:sldLayoutId id="2147483801" r:id="rId22"/>
    <p:sldLayoutId id="2147483802" r:id="rId23"/>
    <p:sldLayoutId id="2147483956" r:id="rId24"/>
    <p:sldLayoutId id="2147483804" r:id="rId25"/>
    <p:sldLayoutId id="2147483807" r:id="rId26"/>
    <p:sldLayoutId id="2147483934" r:id="rId2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-kamat/Introduction-To-Robotics/blob/main/programs/hcsr04.py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E14B-AD91-7F12-7FFE-C189FA14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PT Sans Caption" panose="020B0603020203020204" pitchFamily="34" charset="77"/>
              </a:rPr>
              <a:t>USing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F5C14-87D3-D4F7-367A-A872B1A691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Introduction To Robotics</a:t>
            </a:r>
          </a:p>
          <a:p>
            <a:r>
              <a:rPr lang="en-US"/>
              <a:t>Sachin Kamat</a:t>
            </a:r>
          </a:p>
          <a:p>
            <a:r>
              <a:rPr lang="en-US"/>
              <a:t>Hindu Swayamsevak Sangh, Shakti Parivaar Shakha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0218E-DC65-A1DA-BA02-A47739264D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A458CAB2-58F9-BCB9-3FD0-521A6CD450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79" b="15879"/>
          <a:stretch>
            <a:fillRect/>
          </a:stretch>
        </p:blipFill>
        <p:spPr>
          <a:xfrm>
            <a:off x="996440" y="886847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E4E534D-A7FF-CB34-6A29-F044F1CE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10/24/26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705B1-43E3-546C-2B7D-88034092A3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7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8B3A-9BB8-6FD8-6655-76930237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Breadboard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B2704-3427-4B96-63C2-A2BB800B2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B5D18D-CA9D-68D3-3711-33E67F8A2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865" y="1658938"/>
            <a:ext cx="7022658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4A264-2D35-2B48-BE4B-4176D7F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3529-367F-A96A-EA31-1C7F7B8B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90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88FEF-CE21-76C0-BEAA-A1A18C60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HCSR04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F0BD93-B40C-FED0-21D6-10B9A46B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83E0E8-03B7-22C4-C9E7-51847C174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837" y="1658938"/>
            <a:ext cx="6152714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91941-A726-A106-8C10-46D37304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FA8F3-91F7-AF59-2211-65015E1E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2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D7B2-70FE-1885-5559-226221E2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Connections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F4A33-04BE-C56D-9090-2582F45E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D94F68-5520-F41F-44ED-C0A338C57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90" y="1658938"/>
            <a:ext cx="9310007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97E85-3964-2045-D28E-E7315127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2FC0F-73DB-CB17-1AF0-B448196E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6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44623-54EA-89E8-A4BD-56574296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Electrolytic capacitor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5E424-7F1D-0851-5C0E-33B0CE93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EDA897C-D2D1-8D91-6C02-80FE25D59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494" y="1803400"/>
            <a:ext cx="4343400" cy="46355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05F53-55C4-33E0-1477-698A9110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285BA-B346-15F5-606E-8C298371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573465-0ABE-5925-18E8-AE605A630DBC}"/>
              </a:ext>
            </a:extLst>
          </p:cNvPr>
          <p:cNvSpPr txBox="1"/>
          <p:nvPr/>
        </p:nvSpPr>
        <p:spPr>
          <a:xfrm>
            <a:off x="647625" y="2100648"/>
            <a:ext cx="27530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Do not reverse to capacitor (postitive to negative). It’s dangerous !</a:t>
            </a:r>
          </a:p>
        </p:txBody>
      </p:sp>
    </p:spTree>
    <p:extLst>
      <p:ext uri="{BB962C8B-B14F-4D97-AF65-F5344CB8AC3E}">
        <p14:creationId xmlns:p14="http://schemas.microsoft.com/office/powerpoint/2010/main" val="228849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B1A3-5C64-2E48-7B91-777BC851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Connecting Batteries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F7AD3-F62A-5183-C79E-A95FCC1E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C917FB-5B4A-DDE1-9433-072F5EC31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839244" y="1658938"/>
            <a:ext cx="6565900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CD051-FED5-C617-8A97-0E73421B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8E6AF-DA29-E2B4-9F34-F8387B2E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87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5DB5-724F-F435-43B3-3B5695BC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Same GND for ESP32 and sensors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7E60C-6377-9FFC-A348-25CD004A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18C4CE-5F0B-4B30-6D71-0E29F5B06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760" y="1658938"/>
            <a:ext cx="3452868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B58BC-0767-FB3D-856B-97ABBAC84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0C80D-0AD8-FBB6-B02D-8A6F6EF3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4AD6EE-C45A-5CE3-D3D8-C5D5C647693B}"/>
              </a:ext>
            </a:extLst>
          </p:cNvPr>
          <p:cNvSpPr txBox="1"/>
          <p:nvPr/>
        </p:nvSpPr>
        <p:spPr>
          <a:xfrm>
            <a:off x="840259" y="2310714"/>
            <a:ext cx="28049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Very Important ! If the ground for sensors and esp32 isn’t same then sensors may not work !</a:t>
            </a:r>
          </a:p>
        </p:txBody>
      </p:sp>
    </p:spTree>
    <p:extLst>
      <p:ext uri="{BB962C8B-B14F-4D97-AF65-F5344CB8AC3E}">
        <p14:creationId xmlns:p14="http://schemas.microsoft.com/office/powerpoint/2010/main" val="214415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6284-F5F2-701D-D599-F68C26E4D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Making sense of the sensor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3C8A1-DD24-809F-37FD-395A4C07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E796C-7EA1-0F32-17B6-E1E18FAFA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Copy this module to your esp32 </a:t>
            </a:r>
            <a:r>
              <a:rPr lang="en-US" sz="3200">
                <a:hlinkClick r:id="rId2"/>
              </a:rPr>
              <a:t>https://github.com/sachin-kamat/Introduction-To-Robotics/blob/main/programs/hcsr04.py</a:t>
            </a:r>
            <a:endParaRPr lang="en-US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The module contains utility to get data from hcsr04 easily.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Complex calculations related to speed of sound and time are abstracted to simple functions distance_cm() and distance_mm()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7B96B-2C47-B9C4-F65E-32AC2B5B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40CFD-868D-C392-914A-62A29F33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67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C624-6496-26B0-FB79-6CB259EAF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 if the sensor is workinG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CAD47-0B1A-D29B-4F82-9F830D2C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E4775B0-2418-98F0-AEAA-7097A9B7D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677" y="1658938"/>
            <a:ext cx="8265033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88863-2D66-ABCD-7EBB-9020BE54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97CB9-BBD1-54FE-57C9-314840BB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59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9456-55A9-D444-D5A5-EFE85EA9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Servo SG90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BF474-5795-AFE8-BE5F-111076A7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3DF5A8-FD92-137D-2A12-43399FC0C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317" y="1658938"/>
            <a:ext cx="7263754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45A21-8787-8597-A45C-90018B7E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72E2B-65BB-AA26-DAF8-252EC337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3CEE2-D5A1-39B3-1CDB-6ED0BB4F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SG90 connections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0C4331-0F21-0DBC-E4E7-58AB5A84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858698-13AC-3712-3945-A6CB535BE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418" y="1658938"/>
            <a:ext cx="8541551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92464-4570-5EFF-DE99-6EB1FF43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7E879-1D73-AB53-BA00-F9181C105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9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D2C4-3C40-E82C-C2BB-2DB437836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Programming SG90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25CBA-26CD-ADA0-9272-07688C638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AB21D1-7456-8664-CC0E-6441029D5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43" y="1658938"/>
            <a:ext cx="7431702" cy="49244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222D3-944F-338A-15BA-764EAD99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3B598-CEB6-1ADA-2DA4-D2FDB0B0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8669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596</TotalTime>
  <Words>194</Words>
  <Application>Microsoft Macintosh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Felix Titling</vt:lpstr>
      <vt:lpstr>Goudy Old Style</vt:lpstr>
      <vt:lpstr>PT Sans Caption</vt:lpstr>
      <vt:lpstr>Archway</vt:lpstr>
      <vt:lpstr>USing sensors</vt:lpstr>
      <vt:lpstr>Breadboard</vt:lpstr>
      <vt:lpstr>HCSR04</vt:lpstr>
      <vt:lpstr>Connections</vt:lpstr>
      <vt:lpstr>Electrolytic capacitor</vt:lpstr>
      <vt:lpstr>Connecting Batteries</vt:lpstr>
      <vt:lpstr>Same GND for ESP32 and sensors</vt:lpstr>
      <vt:lpstr>Making sense of the sensor</vt:lpstr>
      <vt:lpstr>Check if the sensor is workinG</vt:lpstr>
      <vt:lpstr>Servo SG90</vt:lpstr>
      <vt:lpstr>SG90 connections</vt:lpstr>
      <vt:lpstr>Programming SG90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Kamat</dc:creator>
  <cp:lastModifiedBy>Sachin Kamat</cp:lastModifiedBy>
  <cp:revision>6</cp:revision>
  <dcterms:created xsi:type="dcterms:W3CDTF">2026-10-24T11:34:59Z</dcterms:created>
  <dcterms:modified xsi:type="dcterms:W3CDTF">2026-10-24T21:31:38Z</dcterms:modified>
</cp:coreProperties>
</file>